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91440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Gemelo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Digital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94944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BF7"/>
                </a:solidFill>
              </a:rPr>
              <a:t>Sesión de primer ingreso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4944" y="2834640"/>
            <a:ext cx="2468880" cy="0"/>
          </a:xfrm>
          <a:prstGeom prst="line">
            <a:avLst/>
          </a:prstGeom>
          <a:noFill/>
          <a:ln w="12700">
            <a:solidFill>
              <a:srgbClr val="DDEB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43400" y="960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Objetivo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43400" y="1371600"/>
            <a:ext cx="63093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</a:rPr>
              <a:t>Validar tu primer acceso, revisar la navegación base y compartir la guía rápida de uso.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70832" y="2331720"/>
            <a:ext cx="62636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4546A"/>
                </a:solidFill>
              </a:rPr>
              <a:t>La plataforma se encuentra desplegada y operativa. Las configuraciones complementarias y nuevos requerimientos se canalizan por los responsables definidos.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3400" y="388620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DDEBF7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4041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Soporte 12x7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12280" y="388620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67728" y="4041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Guía rápida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281160" y="388620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0" y="40416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Acceso seguro IM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4340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546A"/>
                </a:solidFill>
              </a:rPr>
              <a:t>ASTAY | Soporte Gemelo Digital 12x7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4546A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Acceso y recomendaciones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</a:rPr>
              <a:t>Condiciones mínimas para una experiencia estable durante el primer uso.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207008"/>
            <a:ext cx="1083564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URL oficial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4572000" cy="685800"/>
          </a:xfrm>
          <a:prstGeom prst="roundRect">
            <a:avLst>
              <a:gd name="adj" fmla="val 9333"/>
            </a:avLst>
          </a:prstGeom>
          <a:solidFill>
            <a:srgbClr val="F3F6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042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[pegar URL oficial del Gemelo Digital]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16459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Recomendaciones de uso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148840"/>
            <a:ext cx="475488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1. </a:t>
            </a:r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</a:rPr>
              <a:t>Conexión estable a internet.
</a:t>
            </a:r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2. </a:t>
            </a:r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</a:rPr>
              <a:t>Utilizar Google Chrome.
</a:t>
            </a:r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3. </a:t>
            </a:r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</a:rPr>
              <a:t>Acceso seguro administrado por IM.
</a:t>
            </a:r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4. </a:t>
            </a:r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</a:rPr>
              <a:t>Reportar incidencias por canal de soporte.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858768"/>
            <a:ext cx="105156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251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Mensaje clave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4645152"/>
            <a:ext cx="102870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El Gemelo Digital está desplegado y operativo. Las solicitudes adicionales se registran y se canalizan con Customer Success y los responsables del cliente.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77240" y="5577840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7150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3"/>
                </a:solidFill>
              </a:rPr>
              <a:t>No comprometer alcance ni fechas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931920" y="5577840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DDEBF7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57150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3"/>
                </a:solidFill>
              </a:rPr>
              <a:t>Registrar observaciones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86600" y="5577840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57150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3"/>
                </a:solidFill>
              </a:rPr>
              <a:t>Canalizar requerimientos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4340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546A"/>
                </a:solidFill>
              </a:rPr>
              <a:t>ASTAY | Soporte Gemelo Digital 12x7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4546A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Rutina de inducción de 15 a 20 minutos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</a:rPr>
              <a:t>Estructura recomendada para una sesión simple, ejecutiva y trazable.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207008"/>
            <a:ext cx="1083564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DDEB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55648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1. Apertura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96112" y="1993392"/>
            <a:ext cx="1627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4546A"/>
                </a:solidFill>
              </a:rPr>
              <a:t>Presentación, objetivo y autorización de grabación.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670048" y="1984248"/>
            <a:ext cx="310896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63240" y="1600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E2F0D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1755648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2. Acceso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82112" y="1993392"/>
            <a:ext cx="1627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4546A"/>
                </a:solidFill>
              </a:rPr>
              <a:t>URL oficial, Chrome y conexión estable.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956048" y="1984248"/>
            <a:ext cx="310896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49240" y="1600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DDEB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58968" y="1755648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3. Navegación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68112" y="1993392"/>
            <a:ext cx="1627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4546A"/>
                </a:solidFill>
              </a:rPr>
              <a:t>Módulos principales y guía rápida.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242048" y="1984248"/>
            <a:ext cx="310896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1600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E2F0D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44968" y="1755648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4. Caso de uso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54112" y="1993392"/>
            <a:ext cx="1627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4546A"/>
                </a:solidFill>
              </a:rPr>
              <a:t>Uso aplicado al área del usuario.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9528048" y="1984248"/>
            <a:ext cx="310896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921240" y="16002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DDEB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30968" y="1755648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5. Cierre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040112" y="1993392"/>
            <a:ext cx="1627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4546A"/>
                </a:solidFill>
              </a:rPr>
              <a:t>Calificación 1 a 5 y próxima acción.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777240" y="3246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Reporte diario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77240" y="370332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F3F6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5568" y="4014216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Gemelo estable. 20 usuarios contactados. 8 sesiones realizadas. Calificación promedio: 4/5.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43000" y="4407408"/>
            <a:ext cx="9921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46A"/>
                </a:solidFill>
              </a:rPr>
              <a:t>Evidencia mínima: Excel actualizado, observaciones registradas, solicitudes escaladas y link de grabación cuando exista autorización.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7240" y="5257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Criterio de éxito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2880360" y="5248656"/>
            <a:ext cx="81838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El usuario incorpora el Gemelo Digital dentro de una tarea operativa: reparto de guardia, coordinación con contratistas, revisión de riesgos o seguimiento de condiciones de mina.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34340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546A"/>
                </a:solidFill>
              </a:rPr>
              <a:t>ASTAY | Soporte Gemelo Digital 12x7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4546A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ASTAY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Inducción Gemelo Digital</dc:title>
  <dc:subject>Inducción Gemelo Digital</dc:subject>
  <dc:creator>ASTAY</dc:creator>
  <cp:lastModifiedBy>ASTAY</cp:lastModifiedBy>
  <cp:revision>1</cp:revision>
  <dcterms:created xsi:type="dcterms:W3CDTF">2026-07-18T17:30:00Z</dcterms:created>
  <dcterms:modified xsi:type="dcterms:W3CDTF">2026-07-18T17:30:00Z</dcterms:modified>
</cp:coreProperties>
</file>